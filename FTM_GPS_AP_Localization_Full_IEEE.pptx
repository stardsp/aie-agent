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FTM + GPS Anchor Based AP Localization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Multilateration and Joint Optimization for Wi‑Fi AP Localization</a:t>
            </a:r>
          </a:p>
          <a:p>
            <a:r>
              <a:t>IEEE 802.11mc Fine Timing Measurement</a:t>
            </a:r>
          </a:p>
          <a:p/>
          <a:p>
            <a:r>
              <a:t>wenhan zhang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Accurate AP localization for network optimization</a:t>
            </a:r>
          </a:p>
          <a:p>
            <a:r>
              <a:t>- Required for MAB-based Wi‑Fi control</a:t>
            </a:r>
          </a:p>
          <a:p>
            <a:r>
              <a:t>- RSSI-only methods insufficient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IEEE 802.11 FTM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Introduced in IEEE 802.11mc</a:t>
            </a:r>
          </a:p>
          <a:p>
            <a:r>
              <a:t>- Measures RTT between nodes</a:t>
            </a:r>
          </a:p>
          <a:p>
            <a:r>
              <a:t>- Provides range-only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Multilateration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FTM distance:</a:t>
            </a:r>
          </a:p>
          <a:p>
            <a:r>
              <a:t>dᵢ = (c × RTTᵢ) / 2</a:t>
            </a:r>
          </a:p>
          <a:p/>
          <a:p>
            <a:r>
              <a:t>Range constraint:</a:t>
            </a:r>
          </a:p>
          <a:p>
            <a:r>
              <a:t>||p − aᵢ||² = dᵢ²</a:t>
            </a:r>
          </a:p>
          <a:p/>
          <a:p>
            <a:r>
              <a:t>Solve via Least Squares / WLS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Multilateration Geometry (2D Example)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274320" cy="2743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914400"/>
            <a:ext cx="274320" cy="2743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274320" cy="2743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2286000" y="228600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Localization Algorithm (Pseudo-Code)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 FTM RTTs from anchors</a:t>
            </a:r>
          </a:p>
          <a:p>
            <a:r>
              <a:t>Convert RTT → distance</a:t>
            </a:r>
          </a:p>
          <a:p>
            <a:r>
              <a:t>Form A, b matrices</a:t>
            </a:r>
          </a:p>
          <a:p>
            <a:r>
              <a:t>Solve A x = b using SVD</a:t>
            </a:r>
          </a:p>
          <a:p>
            <a:r>
              <a:t>Return estimated AP position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ns-3 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MobilityModel provides ground truth</a:t>
            </a:r>
          </a:p>
          <a:p>
            <a:r>
              <a:t>- Custom FTM RTT generator</a:t>
            </a:r>
          </a:p>
          <a:p>
            <a:r>
              <a:t>- Inject Gaussian + NLOS bias</a:t>
            </a:r>
          </a:p>
          <a:p>
            <a:r>
              <a:t>- Eigen-based solver module</a:t>
            </a:r>
          </a:p>
          <a:p>
            <a:r>
              <a:t>- RMSE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Multi-AP Joint Localization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Nodes: anchors + unknown APs</a:t>
            </a:r>
          </a:p>
          <a:p>
            <a:r>
              <a:t>- Edges: FTM ranges</a:t>
            </a:r>
          </a:p>
          <a:p>
            <a:r>
              <a:t>- Graph-based optimization</a:t>
            </a:r>
          </a:p>
          <a:p>
            <a:r>
              <a:t>- Solved via iterative least squares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FTM vs RSSI vs AoA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FTM:</a:t>
            </a:r>
          </a:p>
          <a:p>
            <a:r>
              <a:t>- Meter-level accuracy</a:t>
            </a:r>
          </a:p>
          <a:p>
            <a:r>
              <a:t>- RTT-based</a:t>
            </a:r>
          </a:p>
          <a:p/>
          <a:p>
            <a:r>
              <a:t>RSSI:</a:t>
            </a:r>
          </a:p>
          <a:p>
            <a:r>
              <a:t>- Low cost</a:t>
            </a:r>
          </a:p>
          <a:p>
            <a:r>
              <a:t>- Highly unstable</a:t>
            </a:r>
          </a:p>
          <a:p/>
          <a:p>
            <a:r>
              <a:t>AoA:</a:t>
            </a:r>
          </a:p>
          <a:p>
            <a:r>
              <a:t>- High accuracy</a:t>
            </a:r>
          </a:p>
          <a:p>
            <a:r>
              <a:t>- Requires antenna arrays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(Template)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Metrics:</a:t>
            </a:r>
          </a:p>
          <a:p>
            <a:r>
              <a:t>- Localization RMSE</a:t>
            </a:r>
          </a:p>
          <a:p>
            <a:r>
              <a:t>- CDF of error</a:t>
            </a:r>
          </a:p>
          <a:p/>
          <a:p>
            <a:r>
              <a:t>Parameters:</a:t>
            </a:r>
          </a:p>
          <a:p>
            <a:r>
              <a:t>- Number of anchors</a:t>
            </a:r>
          </a:p>
          <a:p>
            <a:r>
              <a:t>- NLOS probability</a:t>
            </a:r>
          </a:p>
          <a:p>
            <a:r>
              <a:t>- Noise variance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FTM + GPS enables accurate AP localization</a:t>
            </a:r>
          </a:p>
          <a:p>
            <a:r>
              <a:t>- Joint localization improves robustness</a:t>
            </a:r>
          </a:p>
          <a:p>
            <a:r>
              <a:t>- ns-3 supports reproducible evaluation</a:t>
            </a:r>
          </a:p>
          <a:p>
            <a:r>
              <a:t>- Future: EKF, factor graphs, real testbeds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